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F405B1-7E96-45C4-86D1-E6BA41B417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586D18-CE87-4EC7-B993-934C37B0CA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7F0E72-01CB-41E8-8CB6-A175D8C5EF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41FEA6-AAED-491B-B684-4D641F3592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F6C279-F0E4-46C8-92A6-6B292F684E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FBC91D-5D52-49B5-B474-82C833CC36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DFF677-AC8D-4385-BA4E-540F81F457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622EE4-DE05-4211-A8FF-047EC16632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DA8C67-5BCA-412C-AA95-D96C491502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60D4FA-E0AD-4DEB-8FE7-A1D210165F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F2647F-A30D-4250-8A30-D5D207D8E0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Digital Delta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Resilient Logistics &amp; Mesh Triage Engine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Offline-first disaster logistics system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HackFusion 2026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Disasters collapse internet, power, and transport.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Centralized systems fail completely.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Coordination breaks, deliveries delay, lives at risk.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Our Approach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Offline-first decentralized system.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device works independently.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Mesh sync + secure verification.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Works without internet.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System Overview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Devices act as nodes.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Local storage + peer sync + optional server.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Deterministic conflict resolution.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Resilient under network failure.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Capabilities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Offline authentication (OTP)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CRDT-based sync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Mesh communication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Dynamic routing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Secure Proof-of-Delivery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UI/UX Design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Clear states: OFFLINE, SYNCING, CONFLICT, VERIFIED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Layered indicators for real-time feedback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Large touch targets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Focus on clarity under stress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Technology Stack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Android (Kotlin, Jetpack Compose)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SQLite local DB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 gRPC server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Protocol Buffers + gRPC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Limitations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ML routing not implemented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Drone handoff partial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Encryption layer partial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Direction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ML-based routing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Drone coordination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Full encryption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 mesh networking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Closing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Logistics that works without infrastructure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When the network goes down, the system stays up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LibreOffice/25.8.6.2$Linux_X86_64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2026-04-13T11:08:33Z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